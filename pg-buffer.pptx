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2"/>
    <p:restoredTop sz="73745"/>
  </p:normalViewPr>
  <p:slideViewPr>
    <p:cSldViewPr snapToGrid="0" snapToObjects="1">
      <p:cViewPr varScale="1">
        <p:scale>
          <a:sx n="79" d="100"/>
          <a:sy n="79" d="100"/>
        </p:scale>
        <p:origin x="24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E15F5-6E8A-304E-A626-99BFA75D3031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A40FC4-4BF0-C949-B638-8140D736F85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4630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zh-CN" altLang="en-US" dirty="0" smtClean="0"/>
              <a:t>数据缓冲区是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内部的一个数据中间层，不会影响数据的正确性，但是对数据库的性能至关重要；</a:t>
            </a:r>
            <a:endParaRPr kumimoji="1" lang="en-US" altLang="zh-CN" dirty="0" smtClean="0"/>
          </a:p>
          <a:p>
            <a:pPr algn="l"/>
            <a:r>
              <a:rPr kumimoji="1" lang="zh-CN" altLang="en-US" dirty="0" smtClean="0"/>
              <a:t>这里全面讲述一下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的数缓冲区设计，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1996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1958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311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86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394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299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7466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94846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0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677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31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911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6237A-B1B2-7B4A-96C8-8424FC8FC192}" type="datetimeFigureOut">
              <a:rPr kumimoji="1" lang="zh-CN" altLang="en-US" smtClean="0"/>
              <a:t>2019/11/3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544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从一个问题开始了解</a:t>
            </a:r>
            <a:r>
              <a:rPr kumimoji="1" lang="en-US" altLang="zh-CN" dirty="0" err="1" smtClean="0"/>
              <a:t>shared_buffer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6775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Double</a:t>
            </a:r>
            <a:r>
              <a:rPr lang="zh-CN" altLang="en-US" dirty="0" smtClean="0"/>
              <a:t> </a:t>
            </a:r>
            <a:r>
              <a:rPr lang="en-US" altLang="zh-CN" dirty="0" smtClean="0"/>
              <a:t>Buffer</a:t>
            </a:r>
            <a:r>
              <a:rPr lang="zh-CN" altLang="en-US" dirty="0" smtClean="0"/>
              <a:t>问题</a:t>
            </a:r>
            <a:endParaRPr lang="en-US" altLang="zh-CN" dirty="0" smtClean="0"/>
          </a:p>
          <a:p>
            <a:r>
              <a:rPr lang="en-US" altLang="zh-CN" dirty="0" err="1" smtClean="0"/>
              <a:t>Shared_buffer</a:t>
            </a:r>
            <a:r>
              <a:rPr lang="zh-CN" altLang="en-US" dirty="0" smtClean="0"/>
              <a:t>结构</a:t>
            </a:r>
            <a:endParaRPr lang="en-US" altLang="zh-CN" dirty="0" smtClean="0"/>
          </a:p>
          <a:p>
            <a:r>
              <a:rPr kumimoji="1" lang="zh-CN" altLang="en-US" dirty="0" smtClean="0"/>
              <a:t>读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BufFreeList</a:t>
            </a:r>
            <a:r>
              <a:rPr lang="en-US" altLang="zh-CN" dirty="0" smtClean="0"/>
              <a:t> </a:t>
            </a:r>
            <a:r>
              <a:rPr lang="en-US" altLang="zh-CN" dirty="0" err="1" smtClean="0"/>
              <a:t>LWLock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Hashtable</a:t>
            </a:r>
            <a:r>
              <a:rPr lang="zh-CN" altLang="en-US" dirty="0"/>
              <a:t> </a:t>
            </a:r>
            <a:r>
              <a:rPr lang="en-US" altLang="zh-CN" dirty="0" err="1" smtClean="0"/>
              <a:t>LWLock</a:t>
            </a:r>
            <a:endParaRPr lang="en-US" altLang="zh-CN" dirty="0" smtClean="0"/>
          </a:p>
          <a:p>
            <a:r>
              <a:rPr lang="zh-CN" altLang="en-US" smtClean="0"/>
              <a:t>写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刷盘：</a:t>
            </a:r>
            <a:r>
              <a:rPr lang="en-US" altLang="zh-CN" dirty="0" err="1" smtClean="0"/>
              <a:t>sync_file_range</a:t>
            </a:r>
            <a:r>
              <a:rPr lang="en-US" altLang="zh-CN" dirty="0" smtClean="0"/>
              <a:t> </a:t>
            </a:r>
            <a:r>
              <a:rPr lang="zh-CN" altLang="en-US" dirty="0" smtClean="0"/>
              <a:t>；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的平滑优化</a:t>
            </a:r>
            <a:endParaRPr lang="en-US" altLang="zh-CN" dirty="0" smtClean="0">
              <a:effectLst/>
            </a:endParaRPr>
          </a:p>
          <a:p>
            <a:pPr lvl="1"/>
            <a:r>
              <a:rPr kumimoji="1" lang="zh-CN" altLang="en-US" dirty="0" smtClean="0"/>
              <a:t>淘汰：</a:t>
            </a:r>
            <a:r>
              <a:rPr kumimoji="1" lang="en-US" altLang="zh-CN" dirty="0" smtClean="0"/>
              <a:t>Clock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swap</a:t>
            </a:r>
            <a:r>
              <a:rPr kumimoji="1" lang="zh-CN" altLang="en-US" dirty="0" smtClean="0"/>
              <a:t>的锁竞争</a:t>
            </a:r>
            <a:endParaRPr kumimoji="1" lang="en-US" altLang="zh-CN" dirty="0" smtClean="0"/>
          </a:p>
          <a:p>
            <a:pPr lvl="1"/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6337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73</Words>
  <Application>Microsoft Macintosh PowerPoint</Application>
  <PresentationFormat>宽屏</PresentationFormat>
  <Paragraphs>15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DengXian</vt:lpstr>
      <vt:lpstr>DengXian Light</vt:lpstr>
      <vt:lpstr>Arial</vt:lpstr>
      <vt:lpstr>Office 主题</vt:lpstr>
      <vt:lpstr>从一个问题开始了解shared_buffer</vt:lpstr>
      <vt:lpstr>outline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Pg缓冲池全解</dc:title>
  <dc:creator>Microsoft Office 用户</dc:creator>
  <cp:lastModifiedBy>Microsoft Office 用户</cp:lastModifiedBy>
  <cp:revision>21</cp:revision>
  <dcterms:created xsi:type="dcterms:W3CDTF">2019-11-03T01:21:27Z</dcterms:created>
  <dcterms:modified xsi:type="dcterms:W3CDTF">2019-11-03T02:57:11Z</dcterms:modified>
</cp:coreProperties>
</file>