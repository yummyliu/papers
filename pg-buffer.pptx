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8" r:id="rId4"/>
    <p:sldId id="277" r:id="rId5"/>
    <p:sldId id="273" r:id="rId6"/>
    <p:sldId id="274" r:id="rId7"/>
    <p:sldId id="260" r:id="rId8"/>
    <p:sldId id="275" r:id="rId9"/>
    <p:sldId id="262" r:id="rId10"/>
    <p:sldId id="279" r:id="rId11"/>
    <p:sldId id="263" r:id="rId12"/>
    <p:sldId id="268" r:id="rId13"/>
    <p:sldId id="280" r:id="rId14"/>
    <p:sldId id="267" r:id="rId15"/>
    <p:sldId id="271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56"/>
    <p:restoredTop sz="73789"/>
  </p:normalViewPr>
  <p:slideViewPr>
    <p:cSldViewPr snapToGrid="0" snapToObjects="1">
      <p:cViewPr varScale="1">
        <p:scale>
          <a:sx n="89" d="100"/>
          <a:sy n="89" d="100"/>
        </p:scale>
        <p:origin x="1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E15F5-6E8A-304E-A626-99BFA75D3031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40FC4-4BF0-C949-B638-8140D736F85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4630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kumimoji="1" lang="zh-CN" altLang="en-US" dirty="0" smtClean="0"/>
              <a:t>数据缓冲区是</a:t>
            </a:r>
            <a:r>
              <a:rPr kumimoji="1" lang="en-US" altLang="zh-CN" dirty="0" smtClean="0"/>
              <a:t>Database</a:t>
            </a:r>
            <a:r>
              <a:rPr kumimoji="1" lang="zh-CN" altLang="en-US" dirty="0" smtClean="0"/>
              <a:t>内部的一个数据中间层，不会影响数据的正确性，但是对数据库的性能至关重要；</a:t>
            </a:r>
            <a:endParaRPr kumimoji="1" lang="en-US" altLang="zh-CN" dirty="0" smtClean="0"/>
          </a:p>
          <a:p>
            <a:pPr algn="l"/>
            <a:r>
              <a:rPr kumimoji="1" lang="zh-CN" altLang="en-US" dirty="0" smtClean="0"/>
              <a:t>这里全面讲述一下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的数缓冲区设计，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A40FC4-4BF0-C949-B638-8140D736F85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1996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计算机系统充满了各种抽象，但是要自己的抽象接口的行为是对的。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A40FC4-4BF0-C949-B638-8140D736F858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473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A40FC4-4BF0-C949-B638-8140D736F858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64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195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311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986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39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29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746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4846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2069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677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31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911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6237A-B1B2-7B4A-96C8-8424FC8FC192}" type="datetimeFigureOut">
              <a:rPr kumimoji="1" lang="zh-CN" altLang="en-US" smtClean="0"/>
              <a:t>2019/11/5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6EE5B-26A1-FE4B-928C-0FB286A726A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544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emf"/><Relationship Id="rId3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emf"/><Relationship Id="rId3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/>
              <a:t>再谈</a:t>
            </a:r>
            <a:r>
              <a:rPr kumimoji="1" lang="en-US" altLang="zh-CN" dirty="0" err="1" smtClean="0"/>
              <a:t>shared_buffer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kumimoji="1" lang="zh-CN" altLang="en-US" dirty="0" smtClean="0"/>
              <a:t>刘阳明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677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Double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PostgreSQL</a:t>
            </a:r>
            <a:endParaRPr kumimoji="1" lang="en-US" altLang="zh-CN" dirty="0"/>
          </a:p>
          <a:p>
            <a:r>
              <a:rPr kumimoji="1" lang="en-US" altLang="zh-CN" dirty="0" err="1" smtClean="0"/>
              <a:t>data_sync_retry</a:t>
            </a:r>
            <a:endParaRPr kumimoji="1" lang="en-US" altLang="zh-CN" dirty="0"/>
          </a:p>
          <a:p>
            <a:r>
              <a:rPr kumimoji="1" lang="en-US" altLang="zh-CN" dirty="0" err="1" smtClean="0"/>
              <a:t>s</a:t>
            </a:r>
            <a:r>
              <a:rPr kumimoji="1" lang="en-US" altLang="zh-CN" dirty="0" err="1" smtClean="0"/>
              <a:t>ync_file_range</a:t>
            </a:r>
            <a:endParaRPr kumimoji="1" lang="en-US" altLang="zh-CN" dirty="0" smtClean="0"/>
          </a:p>
          <a:p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6337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double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PostgreSQL</a:t>
            </a:r>
          </a:p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checkpoint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in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PostgreSQL</a:t>
            </a:r>
          </a:p>
          <a:p>
            <a:r>
              <a:rPr kumimoji="1" lang="en-US" altLang="zh-CN" dirty="0" err="1">
                <a:solidFill>
                  <a:schemeClr val="bg1">
                    <a:lumMod val="75000"/>
                  </a:schemeClr>
                </a:solidFill>
              </a:rPr>
              <a:t>fsync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in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PostgreSQL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09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Linux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File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I/O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CN" b="1" dirty="0" smtClean="0"/>
              <a:t>DIRECT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I/O</a:t>
            </a:r>
          </a:p>
          <a:p>
            <a:r>
              <a:rPr kumimoji="1" lang="en-US" altLang="zh-CN" b="1" dirty="0" smtClean="0"/>
              <a:t>BUFFER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I/O</a:t>
            </a:r>
          </a:p>
          <a:p>
            <a:r>
              <a:rPr lang="en-US" altLang="zh-CN" b="1" dirty="0"/>
              <a:t>Synchronized </a:t>
            </a:r>
            <a:r>
              <a:rPr lang="en-US" altLang="zh-CN" b="1" dirty="0" smtClean="0"/>
              <a:t>I/O</a:t>
            </a:r>
            <a:endParaRPr kumimoji="1" lang="en-US" altLang="zh-CN" b="1" dirty="0" smtClean="0"/>
          </a:p>
          <a:p>
            <a:r>
              <a:rPr kumimoji="1" lang="en-US" altLang="zh-CN" b="1" dirty="0" smtClean="0"/>
              <a:t>-----------------------</a:t>
            </a:r>
          </a:p>
          <a:p>
            <a:r>
              <a:rPr kumimoji="1" lang="en-US" altLang="zh-CN" b="1" dirty="0" smtClean="0"/>
              <a:t>Block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storage</a:t>
            </a:r>
          </a:p>
          <a:p>
            <a:r>
              <a:rPr kumimoji="1" lang="en-US" altLang="zh-CN" b="1" dirty="0" smtClean="0"/>
              <a:t>File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storage</a:t>
            </a:r>
          </a:p>
          <a:p>
            <a:r>
              <a:rPr kumimoji="1" lang="en-US" altLang="zh-CN" b="1" dirty="0" smtClean="0"/>
              <a:t>Object</a:t>
            </a:r>
            <a:r>
              <a:rPr kumimoji="1" lang="zh-CN" altLang="en-US" b="1" dirty="0" smtClean="0"/>
              <a:t> </a:t>
            </a:r>
            <a:r>
              <a:rPr kumimoji="1" lang="en-US" altLang="zh-CN" b="1" dirty="0" smtClean="0"/>
              <a:t>storage</a:t>
            </a:r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83620" y="1690688"/>
            <a:ext cx="5988580" cy="42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95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对</a:t>
            </a:r>
            <a:r>
              <a:rPr kumimoji="1" lang="en-US" altLang="zh-CN" dirty="0" smtClean="0"/>
              <a:t>Db</a:t>
            </a:r>
            <a:r>
              <a:rPr kumimoji="1" lang="zh-CN" altLang="en-US" dirty="0" smtClean="0"/>
              <a:t>应用来说呢？</a:t>
            </a:r>
            <a:endParaRPr kumimoji="1"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42945" y="1825625"/>
            <a:ext cx="3240109" cy="4351338"/>
          </a:xfrm>
          <a:prstGeom prst="rect">
            <a:avLst/>
          </a:prstGeom>
        </p:spPr>
      </p:pic>
      <p:pic>
        <p:nvPicPr>
          <p:cNvPr id="11" name="内容占位符 10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732324" y="1825625"/>
            <a:ext cx="33933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1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/>
              <a:t>PostgreSQL</a:t>
            </a:r>
            <a:r>
              <a:rPr kumimoji="1" lang="zh-CN" altLang="en-US" dirty="0"/>
              <a:t>为什么这么设计</a:t>
            </a:r>
            <a:r>
              <a:rPr kumimoji="1" lang="zh-CN" altLang="en-US" dirty="0" smtClean="0"/>
              <a:t>？</a:t>
            </a:r>
            <a:r>
              <a:rPr kumimoji="1" lang="en-US" altLang="zh-CN" dirty="0" smtClean="0"/>
              <a:t/>
            </a:r>
            <a:br>
              <a:rPr kumimoji="1" lang="en-US" altLang="zh-CN" dirty="0" smtClean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5632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个人见解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诞生</a:t>
            </a:r>
            <a:r>
              <a:rPr kumimoji="1" lang="en-US" altLang="zh-CN" dirty="0" smtClean="0"/>
              <a:t>PostgreSQL</a:t>
            </a:r>
            <a:r>
              <a:rPr kumimoji="1" lang="zh-CN" altLang="en-US" dirty="0" smtClean="0"/>
              <a:t>时的历史原因</a:t>
            </a:r>
            <a:endParaRPr kumimoji="1" lang="en-US" altLang="zh-CN" dirty="0" smtClean="0"/>
          </a:p>
          <a:p>
            <a:r>
              <a:rPr kumimoji="1" lang="zh-CN" altLang="en-US" dirty="0" smtClean="0"/>
              <a:t>多进程和多线程的并发机制的不同，其对内存的使用方式也会有差别。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501" y="3228976"/>
            <a:ext cx="8274997" cy="344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88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xlog.c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17121"/>
            <a:ext cx="5181600" cy="4168345"/>
          </a:xfrm>
        </p:spPr>
      </p:pic>
      <p:sp>
        <p:nvSpPr>
          <p:cNvPr id="7" name="内容占位符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CN" dirty="0" err="1" smtClean="0"/>
              <a:t>Wal</a:t>
            </a:r>
            <a:r>
              <a:rPr kumimoji="1" lang="zh-CN" altLang="en-US" dirty="0" smtClean="0"/>
              <a:t>会使用</a:t>
            </a:r>
            <a:r>
              <a:rPr kumimoji="1" lang="en-US" altLang="zh-CN" dirty="0" smtClean="0"/>
              <a:t>DIRECT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663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实践经验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监控：除了</a:t>
            </a:r>
            <a:r>
              <a:rPr kumimoji="1" lang="en-US" altLang="zh-CN" dirty="0" err="1" smtClean="0"/>
              <a:t>BufferPool</a:t>
            </a:r>
            <a:r>
              <a:rPr kumimoji="1" lang="zh-CN" altLang="en-US" dirty="0" smtClean="0"/>
              <a:t>，</a:t>
            </a:r>
            <a:r>
              <a:rPr kumimoji="1" lang="en-US" altLang="zh-CN" dirty="0" smtClean="0"/>
              <a:t>Kernel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是否被充满，同样重要</a:t>
            </a:r>
            <a:endParaRPr kumimoji="1" lang="en-US" altLang="zh-CN" dirty="0" smtClean="0"/>
          </a:p>
          <a:p>
            <a:r>
              <a:rPr kumimoji="1" lang="zh-CN" altLang="en-US" dirty="0" smtClean="0"/>
              <a:t>操作：注意</a:t>
            </a:r>
            <a:r>
              <a:rPr kumimoji="1" lang="en-US" altLang="zh-CN" dirty="0" smtClean="0"/>
              <a:t>Vacuum</a:t>
            </a:r>
            <a:r>
              <a:rPr kumimoji="1" lang="zh-CN" altLang="en-US" dirty="0" smtClean="0"/>
              <a:t>操作时 </a:t>
            </a:r>
            <a:r>
              <a:rPr kumimoji="1" lang="en-US" altLang="zh-CN" dirty="0" smtClean="0"/>
              <a:t>Kernel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Buffer</a:t>
            </a:r>
            <a:r>
              <a:rPr kumimoji="1" lang="zh-CN" altLang="en-US" dirty="0" smtClean="0"/>
              <a:t>是否被刷空。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7947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d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ouble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buffer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in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PostgreSQL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en-US" altLang="zh-CN" dirty="0"/>
              <a:t>c</a:t>
            </a:r>
            <a:r>
              <a:rPr kumimoji="1" lang="en-US" altLang="zh-CN" dirty="0" smtClean="0"/>
              <a:t>heckpoint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PostgreSQL</a:t>
            </a:r>
          </a:p>
          <a:p>
            <a:r>
              <a:rPr kumimoji="1" lang="en-US" altLang="zh-CN" dirty="0" err="1">
                <a:solidFill>
                  <a:schemeClr val="bg1">
                    <a:lumMod val="75000"/>
                  </a:schemeClr>
                </a:solidFill>
              </a:rPr>
              <a:t>fsync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in</a:t>
            </a:r>
            <a:r>
              <a:rPr kumimoji="1" lang="zh-CN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PostgreSQL</a:t>
            </a:r>
            <a:endParaRPr kumimoji="1" lang="en-US" altLang="zh-CN" dirty="0" smtClean="0">
              <a:solidFill>
                <a:schemeClr val="bg1">
                  <a:lumMod val="75000"/>
                </a:schemeClr>
              </a:solidFill>
            </a:endParaRPr>
          </a:p>
          <a:p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93268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bufferpool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kumimoji="1"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1717675"/>
            <a:ext cx="3848100" cy="4445000"/>
          </a:xfrm>
          <a:prstGeom prst="rect">
            <a:avLst/>
          </a:prstGeom>
        </p:spPr>
      </p:pic>
      <p:pic>
        <p:nvPicPr>
          <p:cNvPr id="22" name="内容占位符 21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7588" y="1690687"/>
            <a:ext cx="4696994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7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sync_file_range</a:t>
            </a:r>
            <a:endParaRPr kumimoji="1" lang="zh-CN" altLang="en-US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857247" y="1690688"/>
            <a:ext cx="8477505" cy="4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4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outline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d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ouble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buffer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in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PostgreSQL</a:t>
            </a:r>
            <a:endParaRPr kumimoji="1"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kumimoji="1" lang="en-US" altLang="zh-CN" dirty="0">
                <a:solidFill>
                  <a:schemeClr val="bg1">
                    <a:lumMod val="75000"/>
                  </a:schemeClr>
                </a:solidFill>
              </a:rPr>
              <a:t>c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heckpoint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in</a:t>
            </a:r>
            <a:r>
              <a:rPr kumimoji="1" lang="zh-CN" altLang="en-US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kumimoji="1" lang="en-US" altLang="zh-CN" dirty="0" smtClean="0">
                <a:solidFill>
                  <a:schemeClr val="bg1">
                    <a:lumMod val="75000"/>
                  </a:schemeClr>
                </a:solidFill>
              </a:rPr>
              <a:t>PostgreSQL</a:t>
            </a:r>
          </a:p>
          <a:p>
            <a:r>
              <a:rPr kumimoji="1" lang="en-US" altLang="zh-CN" dirty="0" err="1"/>
              <a:t>fsync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smtClean="0"/>
              <a:t>PostgreSQL</a:t>
            </a:r>
            <a:endParaRPr kumimoji="1" lang="en-US" altLang="zh-CN" dirty="0" smtClean="0"/>
          </a:p>
          <a:p>
            <a:endParaRPr kumimoji="1" lang="en-US" altLang="zh-CN" dirty="0" smtClean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80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fsync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59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Links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8422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Thanks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07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</TotalTime>
  <Words>199</Words>
  <Application>Microsoft Macintosh PowerPoint</Application>
  <PresentationFormat>宽屏</PresentationFormat>
  <Paragraphs>47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DengXian</vt:lpstr>
      <vt:lpstr>DengXian Light</vt:lpstr>
      <vt:lpstr>Arial</vt:lpstr>
      <vt:lpstr>Office 主题</vt:lpstr>
      <vt:lpstr>再谈shared_buffer</vt:lpstr>
      <vt:lpstr>outline</vt:lpstr>
      <vt:lpstr>outline</vt:lpstr>
      <vt:lpstr>Linux File I/O</vt:lpstr>
      <vt:lpstr>对Db应用来说呢？</vt:lpstr>
      <vt:lpstr>PostgreSQL为什么这么设计？ </vt:lpstr>
      <vt:lpstr>个人见解</vt:lpstr>
      <vt:lpstr>xlog.c</vt:lpstr>
      <vt:lpstr>实践经验</vt:lpstr>
      <vt:lpstr>outline</vt:lpstr>
      <vt:lpstr>bufferpool</vt:lpstr>
      <vt:lpstr>sync_file_range</vt:lpstr>
      <vt:lpstr>outline</vt:lpstr>
      <vt:lpstr>fsync</vt:lpstr>
      <vt:lpstr>Links</vt:lpstr>
      <vt:lpstr>Thanks</vt:lpstr>
    </vt:vector>
  </TitlesOfParts>
  <Company/>
  <LinksUpToDate>false</LinksUpToDate>
  <SharedDoc>false</SharedDoc>
  <HyperlinksChanged>false</HyperlinksChanged>
  <AppVersion>15.0027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Pg缓冲池全解</dc:title>
  <dc:creator>Microsoft Office 用户</dc:creator>
  <cp:lastModifiedBy>Microsoft Office 用户</cp:lastModifiedBy>
  <cp:revision>63</cp:revision>
  <dcterms:created xsi:type="dcterms:W3CDTF">2019-11-03T01:21:27Z</dcterms:created>
  <dcterms:modified xsi:type="dcterms:W3CDTF">2019-11-06T13:04:19Z</dcterms:modified>
</cp:coreProperties>
</file>